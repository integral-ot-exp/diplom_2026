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22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Office Theme</vt:lpstr>
      <vt:lpstr>Слайд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Данил</dc:creator>
  <cp:lastModifiedBy>Данил</cp:lastModifiedBy>
  <cp:revision>1</cp:revision>
  <dcterms:created xsi:type="dcterms:W3CDTF">2026-06-09T13:41:11Z</dcterms:created>
  <dcterms:modified xsi:type="dcterms:W3CDTF">2026-06-09T13:41:51Z</dcterms:modified>
</cp:coreProperties>
</file>